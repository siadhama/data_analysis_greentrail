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3C60-1032-089C-69F3-103812082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6BF03-DFF8-CA13-BB97-F29E3AA7C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69DF-8AB7-1396-423E-A0CE0E3AE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52C49-7CB8-7009-F7CF-988BA18A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E63E-428C-CB7D-1DBF-F5BC9957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86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A9E8-39F8-3FC5-A8E4-338C842E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EC92-49A8-3CEA-DFC9-3E7E67E00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B8B6-FB50-C8A3-8BB2-47E42BB6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DB29-3F59-9E6A-AD30-C123A43F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C22B1-571C-B93C-CF82-D757C3D7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9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ED86-7CA7-E2CB-847E-201194FC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8281C-2189-3784-5C09-0EB7F8D50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6F943-7DB2-930F-3E94-3B764821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0E33-8A5D-E2CD-8D34-B4908B9B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C0B88-E146-2943-C0AE-0616F1ED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87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9184-23ED-B9B4-6E33-1700B9214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B840-7DC5-D63B-756B-494613C4E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F14C2-D1ED-1668-0675-00B4F8E8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CC741-ACDF-982E-0E17-F34DAFDB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98C82-38B8-C9BE-6922-E681E146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C26BA-F4FB-B319-115B-B9836EBE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7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4AD7-FFC6-7EEC-EF10-E83F9443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FB04D-7841-64CD-8971-3332F9532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468DD-2C06-3D25-8E33-C979B7A8A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48DA8-05E8-FD6D-6259-81C15F5E2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FEF04-135D-2BE7-3D0C-195D22E0F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68BB2-3745-4891-12E3-6EA8BAE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699CC-F09C-4A03-97CE-27389A30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17AB6-7145-A4E9-B41E-2B20D3AE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FBBF-6233-1F3E-EBC2-E3958798B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8893E-6E4F-34AA-619F-E81B2FC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6D8E4-E3C3-B4BC-4288-76B16883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F2950-0862-615A-5E6F-85AD5FEF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42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C78AB6-E051-5914-C1E8-E0278A0E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4E222-D972-A5B1-ABE5-5736CED8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1617B-D51E-20AF-36F1-4D620051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77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FBBE-0BE8-5164-160B-8B9BF45BD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F22A-BB90-2FA7-C8E1-C68812208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D187B-1D5B-80C6-D072-595011FC1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78174-BA41-C414-A230-3EFF13EF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E30F1-63E1-D627-1EC5-25AD1750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DCB78-5096-39CD-8E78-8B82968B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7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062C-CF91-DDC9-5124-5B1FE68C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462DA-E3CD-C249-6467-A50B6B246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8AFD5-08B0-6FF6-1FD8-1FA9583EF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FE15D-8ACC-C413-FDD2-60444F8C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8EC0C-BF94-7E44-3B66-89DF0D46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7588D-D30C-35D1-D48B-9E1906B3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19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6F5D-D8C1-98D3-8E2A-43B2FBE3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85AB1-E22B-06D3-4F7D-FA071DAE3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6176-30B1-644F-4097-B5AF3A40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A3A5D-5ACA-D09F-5FB4-D6649782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CA80-E977-621A-42AB-B22FC3EE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11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F9FB5-9520-E86F-D049-237340C5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A3D25-9389-AEF6-CB8E-1F829D5C1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70871-9E5A-74BF-6D5F-CB4ED6F7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87C63-DA12-041F-4514-80D558AD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641C4-52A8-3790-AACF-42197AFF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6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0054F9-B439-BD40-7E1D-0E5E0DF5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00F31-AB93-9529-34F6-761BA51A5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AF267-2C52-E937-E325-62B88DA35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7DC6F-B92C-428B-9A98-0521FB35110D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B05F0-E5D8-DA73-7152-E32A2ED3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1062B-1A70-1E7F-A484-BA3F89617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601D2-94D6-4646-9A6E-A4732B367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4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1440-B331-4DEC-28EF-F5CB3FEFAF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GreenTrail</a:t>
            </a:r>
            <a:r>
              <a:rPr lang="en-US" dirty="0"/>
              <a:t> Outdoors – Promotional Strategy Insights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51A81-E858-611E-15BD-663318FA7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Prepared for Emily &amp; </a:t>
            </a:r>
            <a:r>
              <a:rPr lang="en-US" i="1" dirty="0" err="1"/>
              <a:t>GreenTrail</a:t>
            </a:r>
            <a:r>
              <a:rPr lang="en-US" i="1" dirty="0"/>
              <a:t> Leadership</a:t>
            </a:r>
            <a:br>
              <a:rPr lang="en-US" dirty="0"/>
            </a:br>
            <a:r>
              <a:rPr lang="en-US" dirty="0"/>
              <a:t>By: Sia Dhama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1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E6D7-E2ED-88BE-D141-010BE330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Performance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701B7-3CAA-E906-AA5E-9B1ADCBD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Insights:</a:t>
            </a:r>
            <a:endParaRPr lang="en-US" dirty="0"/>
          </a:p>
          <a:p>
            <a:r>
              <a:rPr lang="en-US" dirty="0"/>
              <a:t>Special Events: Highest avg. sales lift (</a:t>
            </a:r>
            <a:r>
              <a:rPr lang="en-US" b="1" dirty="0"/>
              <a:t>38.20%</a:t>
            </a:r>
            <a:r>
              <a:rPr lang="en-US" dirty="0"/>
              <a:t>)</a:t>
            </a:r>
          </a:p>
          <a:p>
            <a:r>
              <a:rPr lang="en-US" dirty="0"/>
              <a:t>Discounts: Strong performer (</a:t>
            </a:r>
            <a:r>
              <a:rPr lang="en-US" b="1" dirty="0"/>
              <a:t>36.84%</a:t>
            </a:r>
            <a:r>
              <a:rPr lang="en-US" dirty="0"/>
              <a:t>)</a:t>
            </a:r>
          </a:p>
          <a:p>
            <a:r>
              <a:rPr lang="en-US" dirty="0"/>
              <a:t>BOGO: Lower impact (</a:t>
            </a:r>
            <a:r>
              <a:rPr lang="en-US" b="1" dirty="0"/>
              <a:t>30.44%</a:t>
            </a:r>
            <a:r>
              <a:rPr lang="en-US" dirty="0"/>
              <a:t>)</a:t>
            </a:r>
          </a:p>
          <a:p>
            <a:r>
              <a:rPr lang="en-US" b="1" dirty="0"/>
              <a:t>📌 Recommendation:</a:t>
            </a:r>
            <a:r>
              <a:rPr lang="en-US" dirty="0"/>
              <a:t> Prioritize event-based and value-driven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30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D1B6-D252-DB94-9738-CD08D910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Uplift by Promotion Type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489ABE-D205-10FE-361E-8358CF144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177049"/>
              </p:ext>
            </p:extLst>
          </p:nvPr>
        </p:nvGraphicFramePr>
        <p:xfrm>
          <a:off x="1072116" y="1965960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560807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52749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71673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652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Promotion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Avg. Sales 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Avg. Sales During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Sales Lift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653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Buy-One-Get-One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30.44%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92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Discount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36,000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48,778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36.84%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07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Special 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36,000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49,625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38.20%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000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01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519B-BDE9-3BD9-DA09-4D42B0693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Strategy for Testing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2698E0-DAA8-58F1-60E5-9DE930373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8437" y="1722473"/>
            <a:ext cx="115664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non-promotion stores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Or, compare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pre-promotion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 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size, type, region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unbiased, data-driven insights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27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43A1-888B-0BD8-AFEE-7B104AE0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Additional Data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07043-89B7-C4D9-C5A5-735D8E796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enhance targeting &amp; relevance:</a:t>
            </a:r>
          </a:p>
          <a:p>
            <a:r>
              <a:rPr lang="en-US" dirty="0"/>
              <a:t>Customer demographics (age, income, loyalty)</a:t>
            </a:r>
          </a:p>
          <a:p>
            <a:r>
              <a:rPr lang="en-US" dirty="0"/>
              <a:t>Economic indicators (local trends)</a:t>
            </a:r>
          </a:p>
          <a:p>
            <a:r>
              <a:rPr lang="en-US" dirty="0"/>
              <a:t>Weather + seasonality</a:t>
            </a:r>
          </a:p>
          <a:p>
            <a:r>
              <a:rPr lang="en-US" dirty="0"/>
              <a:t>Regional/local event calendar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72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2E9E-5E60-42CE-3003-8A35B76E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Sustainability-Aligned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E2D5F6-1E9E-67DB-7B78-FD2192607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eco-conscious events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sustainable product 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signage and recycled materials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excessive discounting (discourages overconsumption)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Gather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eco-engagement feedback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shoppers</a:t>
            </a:r>
          </a:p>
        </p:txBody>
      </p:sp>
    </p:spTree>
    <p:extLst>
      <p:ext uri="{BB962C8B-B14F-4D97-AF65-F5344CB8AC3E}">
        <p14:creationId xmlns:p14="http://schemas.microsoft.com/office/powerpoint/2010/main" val="32793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9DB2-E9E5-F814-A808-A4CEDB80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Pilot Campaign Proposal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E3974A-08EA-483A-5D08-2A980FA3D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 weeks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Special Events + Discounts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5–10 diverse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lift, foot traffic, feedback</a:t>
            </a:r>
          </a:p>
        </p:txBody>
      </p:sp>
    </p:spTree>
    <p:extLst>
      <p:ext uri="{BB962C8B-B14F-4D97-AF65-F5344CB8AC3E}">
        <p14:creationId xmlns:p14="http://schemas.microsoft.com/office/powerpoint/2010/main" val="335542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GreenTrail Outdoors – Promotional Strategy Insights</vt:lpstr>
      <vt:lpstr>Current Performance Overview</vt:lpstr>
      <vt:lpstr>Sales Uplift by Promotion Type</vt:lpstr>
      <vt:lpstr>Control Strategy for Testing</vt:lpstr>
      <vt:lpstr>Additional Data Needs</vt:lpstr>
      <vt:lpstr>Sustainability-Aligned Strategy</vt:lpstr>
      <vt:lpstr>Pilot Campaign Proposal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Sia Dhama</dc:creator>
  <cp:lastModifiedBy>Sia Dhama</cp:lastModifiedBy>
  <cp:revision>1</cp:revision>
  <dcterms:created xsi:type="dcterms:W3CDTF">2025-07-24T18:21:31Z</dcterms:created>
  <dcterms:modified xsi:type="dcterms:W3CDTF">2025-07-24T18:21:31Z</dcterms:modified>
</cp:coreProperties>
</file>